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
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accent1="0B1220" accent2="3390FC" accent3="8ECDFF" accent4="1F2937" accent5="10B981" accent6="F59E0B" hlink="3390FC" folHlink="59B0FF" bg1="lt1" tx1="dk1" bg2="lt2" tx2="dk2"/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yLoop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PayLoop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Get paid in seconds, cash out at home.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Invoice + escrow for freelancers, built on Stellar Soroban</a:t>
            </a:r>
          </a:p>
          <a:p>
            <a:r>
              <a:rPr lang="en-US" sz="2000"/>
              <a:t>•  USDC payments settle in ~5 seconds for fractions of a cent</a:t>
            </a:r>
          </a:p>
          <a:p>
            <a:r>
              <a:rPr lang="en-US" sz="2000"/>
              <a:t>•  Every payment is an on-chain income record — portable and tamper-proof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problem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The problem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Global clients, broken payments.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PayPal/Payoneer: 2–5 day holds, 3–5% fees plus 5–8% FX markup</a:t>
            </a:r>
          </a:p>
          <a:p>
            <a:r>
              <a:rPr lang="en-US" sz="2000"/>
              <a:t>•  African freelancers wait weeks to see money for work already done</a:t>
            </a:r>
          </a:p>
          <a:p>
            <a:r>
              <a:rPr lang="en-US" sz="2000"/>
              <a:t>•  No verifiable income trail — lenders and clients can't check your history</a:t>
            </a:r>
          </a:p>
          <a:p>
            <a:r>
              <a:rPr lang="en-US" sz="2000"/>
              <a:t>•  Freelancing is exploding, but the rails still punish the sellers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solution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The solution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PayLoop — a payment loop that works for the freelancer.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Create an invoice on-chain, share a /pay link, get paid in one wallet click</a:t>
            </a:r>
          </a:p>
          <a:p>
            <a:r>
              <a:rPr lang="en-US" sz="2000"/>
              <a:t>•  Instant settlement: USDC moves client → freelancer atomically</a:t>
            </a:r>
          </a:p>
          <a:p>
            <a:r>
              <a:rPr lang="en-US" sz="2000"/>
              <a:t>•  Portable, on-chain invoice history = your reputation and income proof</a:t>
            </a:r>
          </a:p>
          <a:p>
            <a:r>
              <a:rPr lang="en-US" sz="2000"/>
              <a:t>•  Cash out to Naira through a licensed anchor (SEP-24 off-ramp)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it works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How it works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Create → share → client pays → cash out.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1. Freelancer creates an invoice (client, amount, description)</a:t>
            </a:r>
          </a:p>
          <a:p>
            <a:r>
              <a:rPr lang="en-US" sz="2000"/>
              <a:t>•  2. Client opens the shared link and funds it in one click</a:t>
            </a:r>
          </a:p>
          <a:p>
            <a:r>
              <a:rPr lang="en-US" sz="2000"/>
              <a:t>•  3. USDC lands with the freelancer instantly, recorded on-chain</a:t>
            </a:r>
          </a:p>
          <a:p>
            <a:r>
              <a:rPr lang="en-US" sz="2000"/>
              <a:t>•  4. Freelancer withdraws to their local bank via an anchor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rket opportunity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Market opportunity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A large, growing, under-served market.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Nigerian freelance &amp; gig economy is among the fastest-growing in Africa</a:t>
            </a:r>
          </a:p>
          <a:p>
            <a:r>
              <a:rPr lang="en-US" sz="2000"/>
              <a:t>•  Stablecoin remittance / payout volumes growing rapidly in the region</a:t>
            </a:r>
          </a:p>
          <a:p>
            <a:r>
              <a:rPr lang="en-US" sz="2000"/>
              <a:t>•  Fees today cost freelancers 8–13% of every cross-border payment</a:t>
            </a:r>
          </a:p>
          <a:p>
            <a:r>
              <a:rPr lang="en-US" sz="2000"/>
              <a:t>•  PayLoop attacks speed, cost, and trust — the three blockers at once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Architecture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Stellar Soroban + Next.js. No app database.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Smart contract (Rust/Soroban) is the source of truth for invoices</a:t>
            </a:r>
          </a:p>
          <a:p>
            <a:r>
              <a:rPr lang="en-US" sz="2000"/>
              <a:t>•  Next.js web app, Freighter wallet, deployed on Vercel</a:t>
            </a:r>
          </a:p>
          <a:p>
            <a:r>
              <a:rPr lang="en-US" sz="2000"/>
              <a:t>•  Public on-chain activity feed — verifiable usage proof</a:t>
            </a:r>
          </a:p>
          <a:p>
            <a:r>
              <a:rPr lang="en-US" sz="2000"/>
              <a:t>•  Sentry monitoring + Vercel analytics + in-app feedback loop</a:t>
            </a:r>
          </a:p>
          <a:p>
            <a:r>
              <a:rPr lang="en-US" sz="2000"/>
              <a:t>•  Anchor off-ramp path documented and mocked end-to-end (SEP-24)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ction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Traction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Live on Stellar testnet, iterating on real feedback.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50+ testnet users onboarded with real wallet transactions</a:t>
            </a:r>
          </a:p>
          <a:p>
            <a:r>
              <a:rPr lang="en-US" sz="2000"/>
              <a:t>•  Invoices created and paid on-chain — public and verifiable</a:t>
            </a:r>
          </a:p>
          <a:p>
            <a:r>
              <a:rPr lang="en-US" sz="2000"/>
              <a:t>•  User survey: strong average product rating, 0% negative intent</a:t>
            </a:r>
          </a:p>
          <a:p>
            <a:r>
              <a:rPr lang="en-US" sz="2000"/>
              <a:t>•  Feedback-driven iteration: history, preview, PDF export, reminders, walkthrough, dark mode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owth strategy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Growth strategy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From 50 testnet users to a live product.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Onboard freelancer communities in design, writing and dev circles</a:t>
            </a:r>
          </a:p>
          <a:p>
            <a:r>
              <a:rPr lang="en-US" sz="2000"/>
              <a:t>•  Reduce friction: one-click onboarding, tutorial, testnet faucet</a:t>
            </a:r>
          </a:p>
          <a:p>
            <a:r>
              <a:rPr lang="en-US" sz="2000"/>
              <a:t>•  Land a licensed anchor for the real USDC → Naira off-ramp</a:t>
            </a:r>
          </a:p>
          <a:p>
            <a:r>
              <a:rPr lang="en-US" sz="2000"/>
              <a:t>•  Word-of-mouth loop: every client who pays becomes a freelancer user</a:t>
            </a:r>
          </a:p>
          <a:p>
            <a:r>
              <a:rPr lang="en-US" sz="2000"/>
              <a:t>•  Feedback funnel (form + in-app widget) drives each iteration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admap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Roadmap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Next on the build.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Live USDC ↔ Naira anchor off-ramp (SEP-24)</a:t>
            </a:r>
          </a:p>
          <a:p>
            <a:r>
              <a:rPr lang="en-US" sz="2000"/>
              <a:t>•  Milestone / held escrow for larger projects</a:t>
            </a:r>
          </a:p>
          <a:p>
            <a:r>
              <a:rPr lang="en-US" sz="2000"/>
              <a:t>•  On-chain reputation score and income proof API</a:t>
            </a:r>
          </a:p>
          <a:p>
            <a:r>
              <a:rPr lang="en-US" sz="2000"/>
              <a:t>•  Recurring / retainer invoices and multi-stablecoin</a:t>
            </a:r>
          </a:p>
          <a:p>
            <a:r>
              <a:rPr lang="en-US" sz="2000"/>
              <a:t>•  Agency batch payouts and team accounts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as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685800" y="400000"/>
            <a:ext cx="10820400" cy="8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4400" b="1"/>
              <a:t>The ask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300000"/>
            <a:ext cx="10820400" cy="6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What we're building toward.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685800" y="2100000"/>
            <a:ext cx="10820400" cy="4258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2000" b="1"/>
              <a:t>•  Hackathon / grant validation to fund the anchor integration</a:t>
            </a:r>
          </a:p>
          <a:p>
            <a:r>
              <a:rPr lang="en-US" sz="2000"/>
              <a:t>•  Design partners: freelancers willing to pay in USDC today</a:t>
            </a:r>
          </a:p>
          <a:p>
            <a:r>
              <a:rPr lang="en-US" sz="2000"/>
              <a:t>•  Advisors with anchor &amp; compliance experience</a:t>
            </a:r>
          </a:p>
          <a:p>
            <a:r>
              <a:rPr lang="en-US" sz="2000"/>
              <a:t>•  We ship a full, tested, deployed product — on testnet today</a:t>
            </a:r>
          </a:p>
        </p:txBody>
      </p:sp>
      <p:sp>
        <p:nvSpPr>
          <p:cNvPr id="5" name="Brand"/>
          <p:cNvSpPr txBox="1"/>
          <p:nvPr/>
        </p:nvSpPr>
        <p:spPr>
          <a:xfrm>
            <a:off x="914400" y="6158000"/>
            <a:ext cx="4000000" cy="300000"/>
          </a:xfrm>
          <a:prstGeom prst="rect">
            <a:avLst/>
          </a:prstGeom>
        </p:spPr>
        <p:txBody>
          <a:bodyPr wrap="square" anchor="t"/>
          <a:lstStyle/>
          <a:p>
            <a:r>
              <a:rPr lang="en-US" sz="1200" b="1"/>
              <a:t>PayLoop · Stellar Soroban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PayLoop">
      <a:dk1>
        <a:srgbClr val="0B1220"/>
      </a:dk1>
      <a:dk2>
        <a:srgbClr val="131C2E"/>
      </a:dk2>
      <a:lt1>
        <a:srgbClr val="FFFFFF"/>
      </a:lt1>
      <a:lt2>
        <a:srgbClr val="F1F5F9"/>
      </a:lt2>
      <a:accent1>
        <a:srgbClr val="3390FC"/>
      </a:accent1>
      <a:accent2>
        <a:srgbClr val="59B0FF"/>
      </a:accent2>
      <a:accent3>
        <a:srgbClr val="10B981"/>
      </a:accent3>
      <a:accent4>
        <a:srgbClr val="F59E0B"/>
      </a:accent4>
      <a:accent5>
        <a:srgbClr val="1F2937"/>
      </a:accent5>
      <a:accent6>
        <a:srgbClr val="8ECDFF"/>
      </a:accent6>
      <a:hlink>
        <a:srgbClr val="3390FC"/>
      </a:hlink>
      <a:folHlink>
        <a:srgbClr val="59B0FF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PayLoop Deck Builder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PayLoop — Pitch Deck</dc:title>
  <dc:creator>PayLoop Team</dc:creator>
  <dc:description>Get paid in seconds, cash out at home.</dc:description>
  <cp:lastModifiedBy>PayLoop</cp:lastModifiedBy>
</cp:coreProperties>
</file>